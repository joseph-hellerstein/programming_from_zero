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F529-1B1F-ECC9-37E8-3D2EA46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37233-3CE0-8AAF-63E3-1537A7ECF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2995-09C0-6B6D-23C8-D65C91FB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C0117-6120-C5E9-37E9-1C3FBDFD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2DA5-96E9-C5B7-EE3F-577D1A91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1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1976-D34F-CACE-EF9D-7C5B375B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6632-3474-9DD2-376A-B02E25C87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BD3A8-B913-D166-B9B8-3002F33D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E0E8D-DB41-AA7C-FF0B-A3127AAE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156F0-77D8-CFF3-C390-9A1A74ED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2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29F6-9279-70C5-338E-D67EB8E0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7D7D5-04AC-B471-E5C3-8611509A8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2F6F-74E5-186F-4EDC-91E0D487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6881F-4D80-D547-3FD5-B0BBFD90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3588F-FE6A-FB16-36F7-517BC90F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0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14BF-39B8-DDBE-1A7F-981F3929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CF01-0D31-F70F-A07B-C80BA8C46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D7E45-29BE-D2F3-0377-43A39BE49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1200E-294B-07D7-2116-B491C029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C72BE-139C-292D-7150-29CCD572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69753-3535-2085-6A8B-AE0603CA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7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9E2D-7948-311D-FF58-373A42A3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E0D9D-6481-5AF4-1B29-C33666CBA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DFF41-BBA8-B587-F6EC-270AF2578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C960F-ED2C-569B-EF7C-B33C716F5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D5405-7F5C-3FAE-4561-DF66AABEB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81667-0F2D-91C6-C33D-AB78A52A2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50EB2-EF6D-5889-A213-F1EFE412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E7769-59B2-1A5E-0776-BCA29CC7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5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47A3-96C8-806F-A1C8-D61A39E1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EA8A6-6A9B-73A0-6858-6B5D9FB6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17177-168B-40B9-750E-4507DC11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A75DF-0DBF-7A0B-26E2-D1D1411A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4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FB6DE-1339-FE75-CA82-579D54ED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FC4D9-2FB4-2CBC-30AC-3C912433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B981A-5E16-565C-3A29-67701C4E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1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C4EC-DF12-A43B-8CEE-40CE0B59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21D0-4938-D9C2-AF91-2FA850CC3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6704F-B218-B0D2-A87B-266DCFF4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32495-B496-B0DC-8CC5-0EC077A5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73553-9A67-DD3A-7FF8-273E4A21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B4532-6CA7-8803-4242-0ADD3393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EFF9-9CF7-5853-6769-63D47440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3D65B4-79A1-9A88-DCA5-B3C1F847D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ECD54-AA28-5F0B-0D07-4CA1C926D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31945-7751-C337-F6B1-66721995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860E1-8683-7F1D-AF36-EEC4501D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F97A5-4F09-C4E2-B50E-2BD5B906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56A0-DB66-D241-8C33-8924EAF1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35D7E-3132-0FC6-4473-D1186F41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7B3E-C9F1-048A-34B2-0FBA641C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71490-F24B-1382-ABA5-28DC4BBA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5508-239E-7F15-7723-060EBB84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5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D0834-CAC0-C5BE-BC02-653D22BE7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F88D5-2A3F-52C9-3035-9DA3590E9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5A09-E835-378F-CAD3-BB0BAB21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D0A2-71D8-2ED6-D9EB-3C94776D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1310-3867-26BF-5048-18DBF61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9946F-53CB-6F3B-1022-88D511C2B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E5800-2690-1B3D-52E9-6D2466810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A1F59-E002-C22A-250F-9FBC03F93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60A51-139A-984F-A253-516AA70CEB7A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6978-4F9E-7A35-D853-429AF8BFA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F4D9A-3190-4B1B-A421-19E111E61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29DD5-AC6D-9342-A4EE-269FC117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9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programming old ibm computer with toggle switches">
            <a:extLst>
              <a:ext uri="{FF2B5EF4-FFF2-40B4-BE49-F238E27FC236}">
                <a16:creationId xmlns:a16="http://schemas.microsoft.com/office/drawing/2014/main" id="{D34DF47F-EC83-E2E4-1AEE-36432FFFD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31" y="1096258"/>
            <a:ext cx="1820283" cy="1234090"/>
          </a:xfrm>
          <a:prstGeom prst="rect">
            <a:avLst/>
          </a:prstGeom>
        </p:spPr>
      </p:pic>
      <p:pic>
        <p:nvPicPr>
          <p:cNvPr id="5" name="Picture 4" descr="Assembly Language Programming Basics | Microprocessors Tutorials | Teachics">
            <a:extLst>
              <a:ext uri="{FF2B5EF4-FFF2-40B4-BE49-F238E27FC236}">
                <a16:creationId xmlns:a16="http://schemas.microsoft.com/office/drawing/2014/main" id="{11ABDFE6-5A43-BE76-9736-CB32BB2C7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85" y="981108"/>
            <a:ext cx="2747206" cy="146053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0B88B96-4726-7AF5-A013-BC293E9E73DF}"/>
              </a:ext>
            </a:extLst>
          </p:cNvPr>
          <p:cNvGrpSpPr/>
          <p:nvPr/>
        </p:nvGrpSpPr>
        <p:grpSpPr>
          <a:xfrm>
            <a:off x="342023" y="3070652"/>
            <a:ext cx="3626326" cy="2361010"/>
            <a:chOff x="4642732" y="882869"/>
            <a:chExt cx="2823951" cy="2091559"/>
          </a:xfrm>
        </p:grpSpPr>
        <p:pic>
          <p:nvPicPr>
            <p:cNvPr id="6" name="Picture 5" descr="Compiler Code Generation: Address Descriptors and Arrays - Stack Overflow">
              <a:extLst>
                <a:ext uri="{FF2B5EF4-FFF2-40B4-BE49-F238E27FC236}">
                  <a16:creationId xmlns:a16="http://schemas.microsoft.com/office/drawing/2014/main" id="{FEF6B626-13D7-D4A9-569B-7C82EE537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2732" y="1032641"/>
              <a:ext cx="2819326" cy="194178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31C165-3611-FBD4-D7C3-5CF8277FDC08}"/>
                </a:ext>
              </a:extLst>
            </p:cNvPr>
            <p:cNvSpPr/>
            <p:nvPr/>
          </p:nvSpPr>
          <p:spPr>
            <a:xfrm>
              <a:off x="6247483" y="882869"/>
              <a:ext cx="1219200" cy="20915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E084A0A-0ADA-9958-AA08-98EB85F27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59" y="3120080"/>
            <a:ext cx="3158583" cy="24433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1D5048-C3E2-2D83-3605-C2A6BD3E742B}"/>
              </a:ext>
            </a:extLst>
          </p:cNvPr>
          <p:cNvSpPr txBox="1"/>
          <p:nvPr/>
        </p:nvSpPr>
        <p:spPr>
          <a:xfrm>
            <a:off x="342023" y="642554"/>
            <a:ext cx="3991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Programming with toggle switches (1940-50s)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07C1B7-B14C-1AC6-994E-AA516874783A}"/>
              </a:ext>
            </a:extLst>
          </p:cNvPr>
          <p:cNvSpPr txBox="1"/>
          <p:nvPr/>
        </p:nvSpPr>
        <p:spPr>
          <a:xfrm>
            <a:off x="4510277" y="612801"/>
            <a:ext cx="3674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Assembly language programming (1950s-)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4353C3-8C9D-C114-3D64-17F16E46A06C}"/>
              </a:ext>
            </a:extLst>
          </p:cNvPr>
          <p:cNvSpPr txBox="1"/>
          <p:nvPr/>
        </p:nvSpPr>
        <p:spPr>
          <a:xfrm>
            <a:off x="210659" y="2793883"/>
            <a:ext cx="3171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Third generation languages (1960s-)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1E7185-C200-6C10-7A57-91AF596769F7}"/>
              </a:ext>
            </a:extLst>
          </p:cNvPr>
          <p:cNvSpPr txBox="1"/>
          <p:nvPr/>
        </p:nvSpPr>
        <p:spPr>
          <a:xfrm>
            <a:off x="4510277" y="2781526"/>
            <a:ext cx="3127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Structured query language (1970s-)</a:t>
            </a:r>
          </a:p>
        </p:txBody>
      </p:sp>
    </p:spTree>
    <p:extLst>
      <p:ext uri="{BB962C8B-B14F-4D97-AF65-F5344CB8AC3E}">
        <p14:creationId xmlns:p14="http://schemas.microsoft.com/office/powerpoint/2010/main" val="415728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C527F9-5B18-2655-89B7-3DF92D22F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9696"/>
            <a:ext cx="7772400" cy="6162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E514F-4505-FC9F-195D-33563C49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3" y="199696"/>
            <a:ext cx="4570249" cy="9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1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Hellerstein</dc:creator>
  <cp:lastModifiedBy>Joseph Hellerstein</cp:lastModifiedBy>
  <cp:revision>17</cp:revision>
  <dcterms:created xsi:type="dcterms:W3CDTF">2026-02-14T18:57:23Z</dcterms:created>
  <dcterms:modified xsi:type="dcterms:W3CDTF">2026-02-15T00:32:37Z</dcterms:modified>
</cp:coreProperties>
</file>